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6858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156" d="100"/>
          <a:sy n="156" d="100"/>
        </p:scale>
        <p:origin x="20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823066"/>
            <a:ext cx="58293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641495"/>
            <a:ext cx="51435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30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1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53809"/>
            <a:ext cx="5915025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365607"/>
            <a:ext cx="5915025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187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338792"/>
            <a:ext cx="291465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338792"/>
            <a:ext cx="291465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2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67759"/>
            <a:ext cx="591502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232853"/>
            <a:ext cx="2901255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837055"/>
            <a:ext cx="2901255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232853"/>
            <a:ext cx="2915543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837055"/>
            <a:ext cx="2915543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47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16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2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35280"/>
            <a:ext cx="2211884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724113"/>
            <a:ext cx="3471863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08760"/>
            <a:ext cx="2211884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0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35280"/>
            <a:ext cx="2211884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724113"/>
            <a:ext cx="3471863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508760"/>
            <a:ext cx="2211884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49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56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67758"/>
            <a:ext cx="1478756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67758"/>
            <a:ext cx="4350544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394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0634FE-0775-FDAD-9DD8-09BB1F8F0A06}"/>
              </a:ext>
            </a:extLst>
          </p:cNvPr>
          <p:cNvCxnSpPr/>
          <p:nvPr userDrawn="1"/>
        </p:nvCxnSpPr>
        <p:spPr>
          <a:xfrm>
            <a:off x="0" y="0"/>
            <a:ext cx="0" cy="502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6B6D25-0B2B-A1F7-0B76-03AF9F8A27BA}"/>
              </a:ext>
            </a:extLst>
          </p:cNvPr>
          <p:cNvCxnSpPr/>
          <p:nvPr userDrawn="1"/>
        </p:nvCxnSpPr>
        <p:spPr>
          <a:xfrm>
            <a:off x="1714500" y="0"/>
            <a:ext cx="0" cy="502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CEBECD-9F0D-1596-58DC-88A12D9AA8F2}"/>
              </a:ext>
            </a:extLst>
          </p:cNvPr>
          <p:cNvCxnSpPr/>
          <p:nvPr userDrawn="1"/>
        </p:nvCxnSpPr>
        <p:spPr>
          <a:xfrm>
            <a:off x="3429000" y="0"/>
            <a:ext cx="0" cy="502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778C70-D7C2-7D4E-2EE2-2281D8C2C57A}"/>
              </a:ext>
            </a:extLst>
          </p:cNvPr>
          <p:cNvCxnSpPr/>
          <p:nvPr userDrawn="1"/>
        </p:nvCxnSpPr>
        <p:spPr>
          <a:xfrm>
            <a:off x="5156200" y="0"/>
            <a:ext cx="0" cy="502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FE4B41-BE16-6443-CFEF-D8BF888BFBBB}"/>
              </a:ext>
            </a:extLst>
          </p:cNvPr>
          <p:cNvCxnSpPr/>
          <p:nvPr userDrawn="1"/>
        </p:nvCxnSpPr>
        <p:spPr>
          <a:xfrm>
            <a:off x="6858000" y="0"/>
            <a:ext cx="0" cy="5029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E3459C-BB72-149E-6D48-2668D9847590}"/>
              </a:ext>
            </a:extLst>
          </p:cNvPr>
          <p:cNvCxnSpPr/>
          <p:nvPr userDrawn="1"/>
        </p:nvCxnSpPr>
        <p:spPr>
          <a:xfrm>
            <a:off x="0" y="220688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4BB2636-702D-838E-4D7D-9290DAC6EAC5}"/>
              </a:ext>
            </a:extLst>
          </p:cNvPr>
          <p:cNvCxnSpPr/>
          <p:nvPr userDrawn="1"/>
        </p:nvCxnSpPr>
        <p:spPr>
          <a:xfrm>
            <a:off x="0" y="1897088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12D370-43D1-A961-3EC6-0AC4DC3EF703}"/>
              </a:ext>
            </a:extLst>
          </p:cNvPr>
          <p:cNvCxnSpPr/>
          <p:nvPr userDrawn="1"/>
        </p:nvCxnSpPr>
        <p:spPr>
          <a:xfrm>
            <a:off x="0" y="3573488"/>
            <a:ext cx="685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FA7567-38AE-C448-92C4-3D255DFD6EB7}"/>
              </a:ext>
            </a:extLst>
          </p:cNvPr>
          <p:cNvSpPr txBox="1"/>
          <p:nvPr userDrawn="1"/>
        </p:nvSpPr>
        <p:spPr>
          <a:xfrm>
            <a:off x="1221676" y="2243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A407ED-6E31-4B63-5D52-A849238686D7}"/>
              </a:ext>
            </a:extLst>
          </p:cNvPr>
          <p:cNvSpPr txBox="1"/>
          <p:nvPr userDrawn="1"/>
        </p:nvSpPr>
        <p:spPr>
          <a:xfrm>
            <a:off x="1221676" y="166412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F38332-52FC-1B14-1EF4-BD3A924E9613}"/>
              </a:ext>
            </a:extLst>
          </p:cNvPr>
          <p:cNvSpPr txBox="1"/>
          <p:nvPr userDrawn="1"/>
        </p:nvSpPr>
        <p:spPr>
          <a:xfrm>
            <a:off x="1221676" y="334052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5B0C46-596F-E04C-B30E-1DFAAB661230}"/>
              </a:ext>
            </a:extLst>
          </p:cNvPr>
          <p:cNvSpPr txBox="1"/>
          <p:nvPr userDrawn="1"/>
        </p:nvSpPr>
        <p:spPr>
          <a:xfrm>
            <a:off x="4662553" y="2243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C1FEB7-3205-E77D-5E08-A1095837793F}"/>
              </a:ext>
            </a:extLst>
          </p:cNvPr>
          <p:cNvSpPr txBox="1"/>
          <p:nvPr userDrawn="1"/>
        </p:nvSpPr>
        <p:spPr>
          <a:xfrm>
            <a:off x="4662553" y="166412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402167-2FE5-FD3F-CBF8-20CE4A6E3317}"/>
              </a:ext>
            </a:extLst>
          </p:cNvPr>
          <p:cNvSpPr txBox="1"/>
          <p:nvPr userDrawn="1"/>
        </p:nvSpPr>
        <p:spPr>
          <a:xfrm>
            <a:off x="4662553" y="3340529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</p:spTree>
    <p:extLst>
      <p:ext uri="{BB962C8B-B14F-4D97-AF65-F5344CB8AC3E}">
        <p14:creationId xmlns:p14="http://schemas.microsoft.com/office/powerpoint/2010/main" val="183942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67759"/>
            <a:ext cx="591502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338792"/>
            <a:ext cx="591502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661325"/>
            <a:ext cx="154305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2B5AB-F13C-0643-B82C-CA5CCF961893}" type="datetimeFigureOut">
              <a:rPr lang="en-US" smtClean="0"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661325"/>
            <a:ext cx="231457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661325"/>
            <a:ext cx="154305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95E0F-20E3-3546-B10A-D45B569AFE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8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61" r:id="rId12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red ball with white balls and green arrows&#10;&#10;AI-generated content may be incorrect.">
            <a:extLst>
              <a:ext uri="{FF2B5EF4-FFF2-40B4-BE49-F238E27FC236}">
                <a16:creationId xmlns:a16="http://schemas.microsoft.com/office/drawing/2014/main" id="{068988B5-0F59-44B1-20AF-74226E52F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436" y="2487706"/>
            <a:ext cx="3249131" cy="2879912"/>
          </a:xfrm>
          <a:prstGeom prst="rect">
            <a:avLst/>
          </a:prstGeom>
        </p:spPr>
      </p:pic>
      <p:pic>
        <p:nvPicPr>
          <p:cNvPr id="11" name="Picture 10" descr="A red ball with white and green arrows pointing to the center&#10;&#10;AI-generated content may be incorrect.">
            <a:extLst>
              <a:ext uri="{FF2B5EF4-FFF2-40B4-BE49-F238E27FC236}">
                <a16:creationId xmlns:a16="http://schemas.microsoft.com/office/drawing/2014/main" id="{D101B22E-7118-2644-83A9-3DBFB1AB9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636" y="-365312"/>
            <a:ext cx="3249131" cy="2879912"/>
          </a:xfrm>
          <a:prstGeom prst="rect">
            <a:avLst/>
          </a:prstGeom>
        </p:spPr>
      </p:pic>
      <p:pic>
        <p:nvPicPr>
          <p:cNvPr id="13" name="Picture 12" descr="A red ball with white spheres and green arrows&#10;&#10;AI-generated content may be incorrect.">
            <a:extLst>
              <a:ext uri="{FF2B5EF4-FFF2-40B4-BE49-F238E27FC236}">
                <a16:creationId xmlns:a16="http://schemas.microsoft.com/office/drawing/2014/main" id="{D2BD6CC8-16AC-8385-176F-3B01ECD6D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3" y="-338418"/>
            <a:ext cx="3249131" cy="28799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22A653-7982-18D4-8BF4-A03FE0A70450}"/>
              </a:ext>
            </a:extLst>
          </p:cNvPr>
          <p:cNvSpPr txBox="1"/>
          <p:nvPr/>
        </p:nvSpPr>
        <p:spPr>
          <a:xfrm>
            <a:off x="1221676" y="-9778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A2C971-752C-5D6D-E275-C9B26A78B1D6}"/>
              </a:ext>
            </a:extLst>
          </p:cNvPr>
          <p:cNvSpPr txBox="1"/>
          <p:nvPr/>
        </p:nvSpPr>
        <p:spPr>
          <a:xfrm>
            <a:off x="4662553" y="-9778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CF37CE-D34B-0B7C-3B1A-2F38B6284FD8}"/>
              </a:ext>
            </a:extLst>
          </p:cNvPr>
          <p:cNvSpPr txBox="1"/>
          <p:nvPr/>
        </p:nvSpPr>
        <p:spPr>
          <a:xfrm>
            <a:off x="2936175" y="2709671"/>
            <a:ext cx="98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 3</a:t>
            </a:r>
          </a:p>
        </p:txBody>
      </p:sp>
    </p:spTree>
    <p:extLst>
      <p:ext uri="{BB962C8B-B14F-4D97-AF65-F5344CB8AC3E}">
        <p14:creationId xmlns:p14="http://schemas.microsoft.com/office/powerpoint/2010/main" val="2107852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6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8</cp:revision>
  <dcterms:created xsi:type="dcterms:W3CDTF">2025-05-28T01:13:15Z</dcterms:created>
  <dcterms:modified xsi:type="dcterms:W3CDTF">2025-05-28T20:05:38Z</dcterms:modified>
</cp:coreProperties>
</file>