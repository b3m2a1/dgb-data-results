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225" d="100"/>
          <a:sy n="225" d="100"/>
        </p:scale>
        <p:origin x="-89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0634FE-0775-FDAD-9DD8-09BB1F8F0A06}"/>
              </a:ext>
            </a:extLst>
          </p:cNvPr>
          <p:cNvCxnSpPr/>
          <p:nvPr userDrawn="1"/>
        </p:nvCxnSpPr>
        <p:spPr>
          <a:xfrm>
            <a:off x="0" y="0"/>
            <a:ext cx="0" cy="822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6B6D25-0B2B-A1F7-0B76-03AF9F8A27BA}"/>
              </a:ext>
            </a:extLst>
          </p:cNvPr>
          <p:cNvCxnSpPr/>
          <p:nvPr userDrawn="1"/>
        </p:nvCxnSpPr>
        <p:spPr>
          <a:xfrm>
            <a:off x="1714500" y="0"/>
            <a:ext cx="0" cy="822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CEBECD-9F0D-1596-58DC-88A12D9AA8F2}"/>
              </a:ext>
            </a:extLst>
          </p:cNvPr>
          <p:cNvCxnSpPr/>
          <p:nvPr userDrawn="1"/>
        </p:nvCxnSpPr>
        <p:spPr>
          <a:xfrm>
            <a:off x="3429000" y="0"/>
            <a:ext cx="0" cy="822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778C70-D7C2-7D4E-2EE2-2281D8C2C57A}"/>
              </a:ext>
            </a:extLst>
          </p:cNvPr>
          <p:cNvCxnSpPr/>
          <p:nvPr userDrawn="1"/>
        </p:nvCxnSpPr>
        <p:spPr>
          <a:xfrm>
            <a:off x="5156200" y="0"/>
            <a:ext cx="0" cy="822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FE4B41-BE16-6443-CFEF-D8BF888BFBBB}"/>
              </a:ext>
            </a:extLst>
          </p:cNvPr>
          <p:cNvCxnSpPr/>
          <p:nvPr userDrawn="1"/>
        </p:nvCxnSpPr>
        <p:spPr>
          <a:xfrm>
            <a:off x="6858000" y="0"/>
            <a:ext cx="0" cy="822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E3459C-BB72-149E-6D48-2668D9847590}"/>
              </a:ext>
            </a:extLst>
          </p:cNvPr>
          <p:cNvCxnSpPr/>
          <p:nvPr userDrawn="1"/>
        </p:nvCxnSpPr>
        <p:spPr>
          <a:xfrm>
            <a:off x="0" y="361125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BB2636-702D-838E-4D7D-9290DAC6EAC5}"/>
              </a:ext>
            </a:extLst>
          </p:cNvPr>
          <p:cNvCxnSpPr/>
          <p:nvPr userDrawn="1"/>
        </p:nvCxnSpPr>
        <p:spPr>
          <a:xfrm>
            <a:off x="0" y="3104325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12D370-43D1-A961-3EC6-0AC4DC3EF703}"/>
              </a:ext>
            </a:extLst>
          </p:cNvPr>
          <p:cNvCxnSpPr/>
          <p:nvPr userDrawn="1"/>
        </p:nvCxnSpPr>
        <p:spPr>
          <a:xfrm>
            <a:off x="0" y="5847525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FA7567-38AE-C448-92C4-3D255DFD6EB7}"/>
              </a:ext>
            </a:extLst>
          </p:cNvPr>
          <p:cNvSpPr txBox="1"/>
          <p:nvPr userDrawn="1"/>
        </p:nvSpPr>
        <p:spPr>
          <a:xfrm>
            <a:off x="1221676" y="3670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407ED-6E31-4B63-5D52-A849238686D7}"/>
              </a:ext>
            </a:extLst>
          </p:cNvPr>
          <p:cNvSpPr txBox="1"/>
          <p:nvPr userDrawn="1"/>
        </p:nvSpPr>
        <p:spPr>
          <a:xfrm>
            <a:off x="1221676" y="27231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F38332-52FC-1B14-1EF4-BD3A924E9613}"/>
              </a:ext>
            </a:extLst>
          </p:cNvPr>
          <p:cNvSpPr txBox="1"/>
          <p:nvPr userDrawn="1"/>
        </p:nvSpPr>
        <p:spPr>
          <a:xfrm>
            <a:off x="1221676" y="54663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B0C46-596F-E04C-B30E-1DFAAB661230}"/>
              </a:ext>
            </a:extLst>
          </p:cNvPr>
          <p:cNvSpPr txBox="1"/>
          <p:nvPr userDrawn="1"/>
        </p:nvSpPr>
        <p:spPr>
          <a:xfrm>
            <a:off x="4662553" y="3670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C1FEB7-3205-E77D-5E08-A1095837793F}"/>
              </a:ext>
            </a:extLst>
          </p:cNvPr>
          <p:cNvSpPr txBox="1"/>
          <p:nvPr userDrawn="1"/>
        </p:nvSpPr>
        <p:spPr>
          <a:xfrm>
            <a:off x="4662553" y="27231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02167-2FE5-FD3F-CBF8-20CE4A6E3317}"/>
              </a:ext>
            </a:extLst>
          </p:cNvPr>
          <p:cNvSpPr txBox="1"/>
          <p:nvPr userDrawn="1"/>
        </p:nvSpPr>
        <p:spPr>
          <a:xfrm>
            <a:off x="4662553" y="54663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</p:spTree>
    <p:extLst>
      <p:ext uri="{BB962C8B-B14F-4D97-AF65-F5344CB8AC3E}">
        <p14:creationId xmlns:p14="http://schemas.microsoft.com/office/powerpoint/2010/main" val="183942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3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051688"/>
            <a:ext cx="5915025" cy="342328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507358"/>
            <a:ext cx="5915025" cy="180022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2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38152"/>
            <a:ext cx="591502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017396"/>
            <a:ext cx="2901255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006090"/>
            <a:ext cx="290125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017396"/>
            <a:ext cx="2915543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006090"/>
            <a:ext cx="291554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1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84912"/>
            <a:ext cx="3471863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0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84912"/>
            <a:ext cx="3471863" cy="584835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2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38150"/>
            <a:ext cx="1478756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38150"/>
            <a:ext cx="4350544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0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38152"/>
            <a:ext cx="591502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90750"/>
            <a:ext cx="591502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2B5AB-F13C-0643-B82C-CA5CCF961893}" type="datetimeFigureOut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627622"/>
            <a:ext cx="231457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8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white and red molecule with green arrows&#10;&#10;AI-generated content may be incorrect.">
            <a:extLst>
              <a:ext uri="{FF2B5EF4-FFF2-40B4-BE49-F238E27FC236}">
                <a16:creationId xmlns:a16="http://schemas.microsoft.com/office/drawing/2014/main" id="{EB5C309C-167B-8F33-9B43-4ED3BE43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1" y="-357841"/>
            <a:ext cx="3231368" cy="3645646"/>
          </a:xfrm>
          <a:prstGeom prst="rect">
            <a:avLst/>
          </a:prstGeom>
        </p:spPr>
      </p:pic>
      <p:pic>
        <p:nvPicPr>
          <p:cNvPr id="17" name="Picture 16" descr="A molecule model with red ball and white balls&#10;&#10;AI-generated content may be incorrect.">
            <a:extLst>
              <a:ext uri="{FF2B5EF4-FFF2-40B4-BE49-F238E27FC236}">
                <a16:creationId xmlns:a16="http://schemas.microsoft.com/office/drawing/2014/main" id="{E7EA4353-209E-E751-E9DF-9CF19C21F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239" y="-395941"/>
            <a:ext cx="3231368" cy="3645646"/>
          </a:xfrm>
          <a:prstGeom prst="rect">
            <a:avLst/>
          </a:prstGeom>
        </p:spPr>
      </p:pic>
      <p:pic>
        <p:nvPicPr>
          <p:cNvPr id="19" name="Picture 18" descr="A molecule model with arrows and red ball&#10;&#10;AI-generated content may be incorrect.">
            <a:extLst>
              <a:ext uri="{FF2B5EF4-FFF2-40B4-BE49-F238E27FC236}">
                <a16:creationId xmlns:a16="http://schemas.microsoft.com/office/drawing/2014/main" id="{308B0D8A-A0FF-19BF-622A-715153185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1" y="2395071"/>
            <a:ext cx="3231368" cy="36456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EEE250-0D96-B0D4-5F79-A49206610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1" y="5180649"/>
            <a:ext cx="3231368" cy="3645646"/>
          </a:xfrm>
          <a:prstGeom prst="rect">
            <a:avLst/>
          </a:prstGeom>
        </p:spPr>
      </p:pic>
      <p:pic>
        <p:nvPicPr>
          <p:cNvPr id="25" name="Picture 24" descr="A white and red molecule with green arrows pointing to the center&#10;&#10;AI-generated content may be incorrect.">
            <a:extLst>
              <a:ext uri="{FF2B5EF4-FFF2-40B4-BE49-F238E27FC236}">
                <a16:creationId xmlns:a16="http://schemas.microsoft.com/office/drawing/2014/main" id="{C5CB9E60-83FC-B2EB-D985-D126C81D7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239" y="2431677"/>
            <a:ext cx="3231368" cy="36456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786AD8-6793-D3F8-731E-4D2DE11B8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989" y="5591463"/>
            <a:ext cx="3645646" cy="323137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2BD74E1-6E2B-0BC4-BDBD-70C35975E9CB}"/>
              </a:ext>
            </a:extLst>
          </p:cNvPr>
          <p:cNvSpPr txBox="1"/>
          <p:nvPr/>
        </p:nvSpPr>
        <p:spPr>
          <a:xfrm>
            <a:off x="1221676" y="3670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10F983-B659-87C3-5046-E5DEF7630B58}"/>
              </a:ext>
            </a:extLst>
          </p:cNvPr>
          <p:cNvSpPr txBox="1"/>
          <p:nvPr/>
        </p:nvSpPr>
        <p:spPr>
          <a:xfrm>
            <a:off x="1221676" y="27231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247A48C-CB6A-0617-81B2-4B5A1E73B6B7}"/>
              </a:ext>
            </a:extLst>
          </p:cNvPr>
          <p:cNvSpPr txBox="1"/>
          <p:nvPr/>
        </p:nvSpPr>
        <p:spPr>
          <a:xfrm>
            <a:off x="1221676" y="54663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0B2BB3-FB8D-1BAD-9BFC-8F1E9AE02FB6}"/>
              </a:ext>
            </a:extLst>
          </p:cNvPr>
          <p:cNvSpPr txBox="1"/>
          <p:nvPr/>
        </p:nvSpPr>
        <p:spPr>
          <a:xfrm>
            <a:off x="4662553" y="3670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D16050-E37E-400F-3417-19AA5EB8D1DF}"/>
              </a:ext>
            </a:extLst>
          </p:cNvPr>
          <p:cNvSpPr txBox="1"/>
          <p:nvPr/>
        </p:nvSpPr>
        <p:spPr>
          <a:xfrm>
            <a:off x="4662553" y="27231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616DAC-31EC-3A34-9BD3-9794A5B7075C}"/>
              </a:ext>
            </a:extLst>
          </p:cNvPr>
          <p:cNvSpPr txBox="1"/>
          <p:nvPr/>
        </p:nvSpPr>
        <p:spPr>
          <a:xfrm>
            <a:off x="4662553" y="546631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</p:spTree>
    <p:extLst>
      <p:ext uri="{BB962C8B-B14F-4D97-AF65-F5344CB8AC3E}">
        <p14:creationId xmlns:p14="http://schemas.microsoft.com/office/powerpoint/2010/main" val="210785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12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6</cp:revision>
  <dcterms:created xsi:type="dcterms:W3CDTF">2025-05-28T01:13:15Z</dcterms:created>
  <dcterms:modified xsi:type="dcterms:W3CDTF">2025-05-28T01:42:27Z</dcterms:modified>
</cp:coreProperties>
</file>